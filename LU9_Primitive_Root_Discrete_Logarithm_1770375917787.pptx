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6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ED2E-DB9C-4E74-0098-6AC4C1DC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A63C3-B445-CB27-90F8-F8FD94027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FEE8-6CF5-8589-5736-96DD1D92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9D02-0C91-1A6E-5717-FC6F899B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C102B-E07A-C6D2-B5DE-DE311469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03F4-8220-BD97-6AF2-9D95E6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EE58-490F-85EC-48E7-DCAF5667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9866-E354-19BB-2EC9-5D7D5722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30DE4-6A8B-9C27-4C35-C8A77317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A390C-CECE-FA19-3B84-4895BFEC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2817-575A-55E4-5285-AC451CDC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8DEDC-192D-FAE9-A585-4001158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A4BF-CE8F-7029-8CCF-42BD68A2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65F2-D8B9-18A7-805A-628E37D1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F0C3-45C6-B2E1-4365-C39F7736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3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0E5A-A3B0-10AC-1AC6-FC58CF90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CF36-22D9-AC8E-6B74-706A52214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33494-8515-DC0B-C14C-7578A8DE4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91A1A-2D13-4ABE-8004-B9186846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66490-6FA7-3CE8-02D2-A17C1015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9D22-C6B1-CB1E-B1CC-BD02E41A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91C0-967C-DEF1-BE5F-1BEA2605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176EF-DB4D-29A2-B9A9-192738DE4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034BA-B7EC-5275-299A-D47175B45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F42B6-0900-59FB-2554-1673E370C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65D4D-471E-B602-A336-2D5C43469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ACF2C-9C85-6A7F-9F11-FDE8424B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21900-0924-EB6C-05FA-F6706892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77F13-3E83-ED7B-DBB2-D211DCA2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0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09CF-623C-B257-05D5-2B020FF5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24CAA-C978-0A61-9714-12A4F61F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F78B6-29DA-0AA0-FECF-95EF7187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66159-C3C2-CE44-3462-B63DBF96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29263-5F66-E1C3-A8FE-2EF74BE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91F6A-4AE1-5BA0-0F6C-F66FE501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8041-6D30-8578-CC4C-393D5395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5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74B4-7293-E33C-DD50-B6B444A7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35E92-2B28-836A-88A6-239DE24E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1A98-AB1A-E567-0A1B-BF2F44592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7FF66-10E5-5B19-64D7-2A00E0A6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A304B-7556-C61A-CA86-67DC1286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B74B4-E726-F0A9-8D68-0053E54C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568E-9D97-B690-FF2C-35754CD2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4FFA3-F37F-1296-D493-6A1136E09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64563-2100-2E7D-C48D-81840F405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1DA01-D397-0003-E7B6-9C037600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6A8B5-877D-8DD9-7537-B87BF755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74362-AB6D-21B7-A3CE-B8ED8639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D173-BEEB-65B9-1037-83AB7C94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2E5D1-E9C1-DE4E-7085-3DD82286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2C37E-B55B-DA0C-9C00-0820BE62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0AABA-EF45-F20C-2FD7-C44DCF53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5D51C-83A3-E8DB-FDCE-49CD717F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46E03-3556-D317-B432-BA7C1F182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D903E-3EA7-BFDE-1044-FF53E178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B310F-38AD-AAD5-5E41-E4062D27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D58AB-10C1-F332-91D3-30A3DEA3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06B52-DC01-55D8-79FC-E055E2AD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41AED0-D642-FBAE-8824-D56D6619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2DA49-B05F-C0CC-C8FC-A57142D0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3B551-AFFB-60F8-A1F2-B6CE8CC2C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07E0B-4C41-4143-A6A9-1874C12AE60E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4C4C-D1B2-9DC7-88C6-16C301C9C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39DF-D12F-6309-5A3C-71EEEBE1E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282B6-35C4-4D5C-9C79-7C28E0197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3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7C4D-0B46-F8B1-8EAA-51A7A20AD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4AD17-1E01-1B52-4813-CF1E58FA45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Primitive Root, Discrete Logarithm</a:t>
            </a:r>
          </a:p>
        </p:txBody>
      </p:sp>
    </p:spTree>
    <p:extLst>
      <p:ext uri="{BB962C8B-B14F-4D97-AF65-F5344CB8AC3E}">
        <p14:creationId xmlns:p14="http://schemas.microsoft.com/office/powerpoint/2010/main" val="247573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Discrete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Discrete Logarithm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 Prime p, </a:t>
            </a:r>
            <a:r>
              <a:rPr lang="en-US" sz="2400" dirty="0">
                <a:sym typeface="Symbol" panose="05050102010706020507" pitchFamily="18" charset="2"/>
              </a:rPr>
              <a:t>,  be non-zero integers mod p and suppose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ym typeface="Symbol" panose="05050102010706020507" pitchFamily="18" charset="2"/>
              </a:rPr>
              <a:t>		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 </a:t>
            </a:r>
            <a:r>
              <a:rPr lang="en-US" sz="2400" dirty="0"/>
              <a:t>≡ </a:t>
            </a:r>
            <a:r>
              <a:rPr lang="en-US" sz="2400" dirty="0">
                <a:sym typeface="Symbol" panose="05050102010706020507" pitchFamily="18" charset="2"/>
              </a:rPr>
              <a:t></a:t>
            </a:r>
            <a:r>
              <a:rPr lang="en-US" sz="2400" baseline="30000" dirty="0">
                <a:sym typeface="Symbol" panose="05050102010706020507" pitchFamily="18" charset="2"/>
              </a:rPr>
              <a:t>x </a:t>
            </a:r>
            <a:r>
              <a:rPr lang="en-US" sz="2400" dirty="0">
                <a:sym typeface="Symbol" panose="05050102010706020507" pitchFamily="18" charset="2"/>
              </a:rPr>
              <a:t>(mod p)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ym typeface="Symbol" panose="05050102010706020507" pitchFamily="18" charset="2"/>
              </a:rPr>
              <a:t>The problem of finding ‘x’ is called discrete logarithm problem. 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8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F23-61B1-CD7A-9340-849D70A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8974"/>
          </a:xfrm>
        </p:spPr>
        <p:txBody>
          <a:bodyPr/>
          <a:lstStyle/>
          <a:p>
            <a:r>
              <a:rPr lang="en-US" dirty="0"/>
              <a:t>Primitive 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440E-9EC3-8534-1615-285B76C5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863601"/>
            <a:ext cx="8260517" cy="58197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Primitive Root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When p is a prime, a primitive root mod p is a number whose power yield every nonzero class mod p.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Consider the powers of 3 (mod 7):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3</a:t>
            </a:r>
            <a:r>
              <a:rPr lang="en-US" sz="2400" baseline="30000" dirty="0"/>
              <a:t>1</a:t>
            </a:r>
            <a:r>
              <a:rPr lang="en-US" sz="2400" dirty="0"/>
              <a:t> ≡ 3 (mod 7), 3</a:t>
            </a:r>
            <a:r>
              <a:rPr lang="en-US" sz="2400" baseline="30000" dirty="0"/>
              <a:t>2</a:t>
            </a:r>
            <a:r>
              <a:rPr lang="en-US" sz="2400" dirty="0"/>
              <a:t> ≡ 2 (mod 7), 3</a:t>
            </a:r>
            <a:r>
              <a:rPr lang="en-US" sz="2400" baseline="30000" dirty="0"/>
              <a:t>3</a:t>
            </a:r>
            <a:r>
              <a:rPr lang="en-US" sz="2400" dirty="0"/>
              <a:t> ≡ 6 (mod 7), 3</a:t>
            </a:r>
            <a:r>
              <a:rPr lang="en-US" sz="2400" baseline="30000" dirty="0"/>
              <a:t>4</a:t>
            </a:r>
            <a:r>
              <a:rPr lang="en-US" sz="2400" dirty="0"/>
              <a:t> ≡ 4 (mod 7),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3</a:t>
            </a:r>
            <a:r>
              <a:rPr lang="en-US" sz="2400" baseline="30000" dirty="0"/>
              <a:t>5</a:t>
            </a:r>
            <a:r>
              <a:rPr lang="en-US" sz="2400" dirty="0"/>
              <a:t> ≡ 5 (mod 7), 3</a:t>
            </a:r>
            <a:r>
              <a:rPr lang="en-US" sz="2400" baseline="30000" dirty="0"/>
              <a:t>6</a:t>
            </a:r>
            <a:r>
              <a:rPr lang="en-US" sz="2400" dirty="0"/>
              <a:t> ≡ 1 (mod 7)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We obtain all non-zero congruence classes mod 7 as powers of 3.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i.e., 3 is a primitive root of 7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151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Number Theory</vt:lpstr>
      <vt:lpstr>Discrete Logarithm</vt:lpstr>
      <vt:lpstr>Primitive Root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Selvakumar B</dc:creator>
  <cp:lastModifiedBy>Selvakumar B</cp:lastModifiedBy>
  <cp:revision>91</cp:revision>
  <dcterms:created xsi:type="dcterms:W3CDTF">2022-07-11T07:02:39Z</dcterms:created>
  <dcterms:modified xsi:type="dcterms:W3CDTF">2022-07-25T17:18:28Z</dcterms:modified>
</cp:coreProperties>
</file>